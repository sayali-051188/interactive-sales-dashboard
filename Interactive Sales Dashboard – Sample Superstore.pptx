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3E99-DEE3-2FBC-F08A-C6B27190B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E0883-C2F2-AB5F-BC67-47128DD77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744AE-3D49-4A52-32A4-16BE04A5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D022C-8E63-2E9E-9A7F-0C573B54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A622-F39C-E554-66B0-1EC587A2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63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100D-3ED5-22A8-0E95-67E1CAFE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02F78-6CEE-ACB6-D0D6-CA0C5DD55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DC30F-93EA-9928-C075-73EBC964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FA834-B82B-140F-3908-C0487F3B9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C8551-8568-E333-2B4B-4233C974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74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99719-909E-CDEF-BCD7-94BE6546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2312B-DD60-37F7-E2FF-8E90BCE24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4DA2E-A827-CC5C-02C8-29BE3129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B5843-D1B5-4AF9-B424-1B0980D56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3121A-849A-7A27-9BB4-A206D2F2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4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909F-5984-56CA-967E-441334526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671DD-321F-1E79-1F86-1CD98F83A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D627D-AC54-4AE4-A9D3-841BD7137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A6EC2-5588-1126-B3BA-C6C39965D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BD6EB-B93C-7B2D-19AC-7F3BB6C4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B6955-2042-D6A1-13A3-22BBABF1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9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C9238-B7A7-ADF6-B815-4229BCEFA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BB531-8365-FF63-908E-D9ECF5B48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F1B48-989A-AAB4-F3D7-CA73BA078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8C61D-76DE-674B-67BA-EB3510A27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41DFE-1C7E-A08E-2CCD-DC96400AF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6B5A6-A8C7-62A4-4C55-D2DAE3F1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D6E282-C781-A3F2-A686-3A8750643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26BA0F-1E2C-2AF2-4919-6403D2C3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11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B5500-85A2-7E3C-B8A5-DDC809C7A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26807-3A28-C9C6-18D6-4D5036CD0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25476-332C-EB56-92F3-141AF3EE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79DBE-C413-B7AA-BA62-94F178E8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07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FF2193-DA14-A996-36EF-33D9C66DD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CA4AA8-B184-B4EC-AD52-E1C86D98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53034-DD8B-55FF-C300-DE3DF9BCA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12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779C-188A-0B1F-AB4D-BA87F817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A234-F485-CF0F-4695-7B304914D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263D1-8E19-96DA-B85C-F18F3FD58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7C962-66F5-070B-9642-E1F40E71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35745-05D6-7A27-B829-125EC4387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67B97-F7E9-3A51-2726-A7B8045B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98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AA52C-06B7-088D-A059-D87E4615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69E3E-8ED4-2A4B-2D7E-5E3255A98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BC34F-4DC8-9CD8-C8BC-7C957EEB8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89F2F-BB54-AC06-5A58-2A26A8F09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C91E7-7D45-A537-6029-E6FEAF91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42C66-3E22-5793-AB08-14E55B98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49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85A9-6D67-FDE4-011A-0980EBC9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5A983-78DD-3EF2-3D96-07C247A9D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B3BD1-DAEB-6894-4575-499D3DD8E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D337D-B174-DCCA-3998-F2BB1120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F881C-2892-48BE-8615-1CD168F5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30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793BE3-459C-379A-7B03-16B7C225E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8B8DA-1692-3904-5D37-9A0167525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21BB8-2704-1A39-09FB-7B3FE7F1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D5A9E-72EB-7095-8124-F86468B3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F63DC-90A0-40F7-1886-A163026C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256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7F895-F16B-5FF9-0D7B-2F13624E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7C399-1016-3BA0-F3A1-94DDB29FE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C0E4E-02DD-7BF5-1EB6-3F5AD5E8F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E4268-A9E7-4CB5-A6EB-B17D33F25B8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A6753-DA9A-E40E-7E10-F492E1764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23E6D-798F-12E7-CA3B-7B85BD0B6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5F729-2C65-466D-9536-66AA23407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04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B475-46B0-50AA-2580-110E8B28C2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Interactive Sales Dashboard – Sample Superstore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5ED75-4995-EA7C-0EFD-DEB302B6EE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solidFill>
                  <a:srgbClr val="C00000"/>
                </a:solidFill>
              </a:rPr>
              <a:t> Power BI Project Summary</a:t>
            </a:r>
          </a:p>
          <a:p>
            <a:endParaRPr lang="en-IN" dirty="0"/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Name: Sayali Vijay Bramhane</a:t>
            </a:r>
          </a:p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Date:14/04/2025</a:t>
            </a:r>
          </a:p>
        </p:txBody>
      </p:sp>
    </p:spTree>
    <p:extLst>
      <p:ext uri="{BB962C8B-B14F-4D97-AF65-F5344CB8AC3E}">
        <p14:creationId xmlns:p14="http://schemas.microsoft.com/office/powerpoint/2010/main" val="3915197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E2FBEC-F9DD-EAC0-0E3D-0DD4D0892F90}"/>
              </a:ext>
            </a:extLst>
          </p:cNvPr>
          <p:cNvSpPr txBox="1"/>
          <p:nvPr/>
        </p:nvSpPr>
        <p:spPr>
          <a:xfrm>
            <a:off x="1491916" y="1572127"/>
            <a:ext cx="102829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interactive dashboard using Power BI Desktop to: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sales, profit, discount, and quantity metrics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Explore regional and product-level performance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Provide actionable business insights using data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Power BI Desktop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Sample Superstore</a:t>
            </a:r>
          </a:p>
        </p:txBody>
      </p:sp>
    </p:spTree>
    <p:extLst>
      <p:ext uri="{BB962C8B-B14F-4D97-AF65-F5344CB8AC3E}">
        <p14:creationId xmlns:p14="http://schemas.microsoft.com/office/powerpoint/2010/main" val="283681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0131F0-0854-06CF-6FAE-A4AA7CC19D8B}"/>
              </a:ext>
            </a:extLst>
          </p:cNvPr>
          <p:cNvSpPr txBox="1"/>
          <p:nvPr/>
        </p:nvSpPr>
        <p:spPr>
          <a:xfrm>
            <a:off x="1074821" y="2229852"/>
            <a:ext cx="1004235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Monitored: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Sales: ₹2.30M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Profit: ₹[286.40K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-Total Quantity Sold: 38K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Average Discount:1.56K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KPIs provide a quick summary of overall business performance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BCE355-DFE5-7898-1034-D43FB9671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116" y="1667637"/>
            <a:ext cx="3396674" cy="275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6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7175C-D02B-2BDC-6103-F99C24B9BA78}"/>
              </a:ext>
            </a:extLst>
          </p:cNvPr>
          <p:cNvSpPr txBox="1"/>
          <p:nvPr/>
        </p:nvSpPr>
        <p:spPr>
          <a:xfrm>
            <a:off x="882316" y="1886688"/>
            <a:ext cx="46040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Profit Overview: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Technology category records the highest sales among all sub-categories.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Office Supplies and Furniture categories show moderate performance.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Central region contributes the most profit across all regions.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713CD0-BB71-CDE4-79E0-A18B7B013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921260"/>
            <a:ext cx="5356144" cy="371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37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11B5A1-68BC-C619-F082-682C4DD8DA37}"/>
              </a:ext>
            </a:extLst>
          </p:cNvPr>
          <p:cNvSpPr txBox="1"/>
          <p:nvPr/>
        </p:nvSpPr>
        <p:spPr>
          <a:xfrm>
            <a:off x="689811" y="1760090"/>
            <a:ext cx="42832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Insights: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West and Central regions show strong profit margins.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04DF44-3B6E-17A0-C0B5-AE02F7752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906" y="902967"/>
            <a:ext cx="7250043" cy="505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89AB76-1D6F-3A60-F6CE-EAE54B8B927B}"/>
              </a:ext>
            </a:extLst>
          </p:cNvPr>
          <p:cNvSpPr txBox="1"/>
          <p:nvPr/>
        </p:nvSpPr>
        <p:spPr>
          <a:xfrm>
            <a:off x="1379621" y="843677"/>
            <a:ext cx="428324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Interactivity in Dashboard: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includes slicers for: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Region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Segment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Ship Mode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Category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slicers allow users to dynamically explore data and drill down into specific areas of interest.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F1FCAC-1CB2-15DD-7F8D-691620B46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603" y="847177"/>
            <a:ext cx="1876687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6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612C35-780D-CA8D-F97B-21305FC7853D}"/>
              </a:ext>
            </a:extLst>
          </p:cNvPr>
          <p:cNvSpPr txBox="1"/>
          <p:nvPr/>
        </p:nvSpPr>
        <p:spPr>
          <a:xfrm>
            <a:off x="1716505" y="1235242"/>
            <a:ext cx="8534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Technology category is the top-performing in terms of sales.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Central and West regions consistently generate the highest profit margins.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Furniture category has lower profits and high discounts – needs strategic review.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High discounting does not always increase sales — profitability is impacted.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00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23E831-11FB-A058-0B1E-59CF52FE87F3}"/>
              </a:ext>
            </a:extLst>
          </p:cNvPr>
          <p:cNvSpPr txBox="1"/>
          <p:nvPr/>
        </p:nvSpPr>
        <p:spPr>
          <a:xfrm>
            <a:off x="1989221" y="1780674"/>
            <a:ext cx="90798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BI dashboard helps decision-makers: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Monitor overall performance with live KPIs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Explore trends across product categories and regions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Identify areas for cost-saving and profitability improvement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an effective data-driven view of sales operations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66726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290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Times New Roman</vt:lpstr>
      <vt:lpstr>Office Theme</vt:lpstr>
      <vt:lpstr>Interactive Sales Dashboard – Sample Superstore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Bramhane</dc:creator>
  <cp:lastModifiedBy>Sayali Bramhane</cp:lastModifiedBy>
  <cp:revision>1</cp:revision>
  <dcterms:created xsi:type="dcterms:W3CDTF">2025-04-14T13:07:27Z</dcterms:created>
  <dcterms:modified xsi:type="dcterms:W3CDTF">2025-04-14T13:32:17Z</dcterms:modified>
</cp:coreProperties>
</file>